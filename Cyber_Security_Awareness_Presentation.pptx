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16"/>
  </p:notesMasterIdLst>
  <p:sldIdLst>
    <p:sldId id="256" r:id="rId2"/>
    <p:sldId id="257" r:id="rId3"/>
    <p:sldId id="258" r:id="rId4"/>
    <p:sldId id="259" r:id="rId5"/>
    <p:sldId id="260" r:id="rId6"/>
    <p:sldId id="261" r:id="rId7"/>
    <p:sldId id="267" r:id="rId8"/>
    <p:sldId id="268" r:id="rId9"/>
    <p:sldId id="265" r:id="rId10"/>
    <p:sldId id="266" r:id="rId11"/>
    <p:sldId id="262" r:id="rId12"/>
    <p:sldId id="263" r:id="rId13"/>
    <p:sldId id="264"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153632-356D-4342-97D2-4F62157F1642}" v="11" dt="2025-11-23T06:05:02.3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747" autoAdjust="0"/>
    <p:restoredTop sz="95992" autoAdjust="0"/>
  </p:normalViewPr>
  <p:slideViewPr>
    <p:cSldViewPr snapToGrid="0" snapToObjects="1">
      <p:cViewPr varScale="1">
        <p:scale>
          <a:sx n="98" d="100"/>
          <a:sy n="98" d="100"/>
        </p:scale>
        <p:origin x="1474"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ish Sahore" userId="0c9f3777898d2430" providerId="LiveId" clId="{0F9A7726-3AC2-453E-97CF-9E0142B2CCAF}"/>
    <pc:docChg chg="undo custSel addSld delSld modSld">
      <pc:chgData name="Tanish Sahore" userId="0c9f3777898d2430" providerId="LiveId" clId="{0F9A7726-3AC2-453E-97CF-9E0142B2CCAF}" dt="2025-11-23T06:00:19.805" v="163" actId="20577"/>
      <pc:docMkLst>
        <pc:docMk/>
      </pc:docMkLst>
      <pc:sldChg chg="modSp mod">
        <pc:chgData name="Tanish Sahore" userId="0c9f3777898d2430" providerId="LiveId" clId="{0F9A7726-3AC2-453E-97CF-9E0142B2CCAF}" dt="2025-11-23T04:31:43.456" v="71" actId="6549"/>
        <pc:sldMkLst>
          <pc:docMk/>
          <pc:sldMk cId="0" sldId="257"/>
        </pc:sldMkLst>
        <pc:spChg chg="mod">
          <ac:chgData name="Tanish Sahore" userId="0c9f3777898d2430" providerId="LiveId" clId="{0F9A7726-3AC2-453E-97CF-9E0142B2CCAF}" dt="2025-11-23T04:31:43.456" v="71" actId="6549"/>
          <ac:spMkLst>
            <pc:docMk/>
            <pc:sldMk cId="0" sldId="257"/>
            <ac:spMk id="3" creationId="{00000000-0000-0000-0000-000000000000}"/>
          </ac:spMkLst>
        </pc:spChg>
      </pc:sldChg>
      <pc:sldChg chg="modSp mod">
        <pc:chgData name="Tanish Sahore" userId="0c9f3777898d2430" providerId="LiveId" clId="{0F9A7726-3AC2-453E-97CF-9E0142B2CCAF}" dt="2025-11-23T04:32:08.923" v="72" actId="20577"/>
        <pc:sldMkLst>
          <pc:docMk/>
          <pc:sldMk cId="0" sldId="258"/>
        </pc:sldMkLst>
        <pc:spChg chg="mod">
          <ac:chgData name="Tanish Sahore" userId="0c9f3777898d2430" providerId="LiveId" clId="{0F9A7726-3AC2-453E-97CF-9E0142B2CCAF}" dt="2025-11-23T04:32:08.923" v="72" actId="20577"/>
          <ac:spMkLst>
            <pc:docMk/>
            <pc:sldMk cId="0" sldId="258"/>
            <ac:spMk id="3" creationId="{00000000-0000-0000-0000-000000000000}"/>
          </ac:spMkLst>
        </pc:spChg>
      </pc:sldChg>
      <pc:sldChg chg="modSp mod modNotesTx">
        <pc:chgData name="Tanish Sahore" userId="0c9f3777898d2430" providerId="LiveId" clId="{0F9A7726-3AC2-453E-97CF-9E0142B2CCAF}" dt="2025-11-23T06:00:19.805" v="163" actId="20577"/>
        <pc:sldMkLst>
          <pc:docMk/>
          <pc:sldMk cId="0" sldId="259"/>
        </pc:sldMkLst>
        <pc:spChg chg="mod">
          <ac:chgData name="Tanish Sahore" userId="0c9f3777898d2430" providerId="LiveId" clId="{0F9A7726-3AC2-453E-97CF-9E0142B2CCAF}" dt="2025-11-23T04:32:40.191" v="83" actId="20577"/>
          <ac:spMkLst>
            <pc:docMk/>
            <pc:sldMk cId="0" sldId="259"/>
            <ac:spMk id="3" creationId="{00000000-0000-0000-0000-000000000000}"/>
          </ac:spMkLst>
        </pc:spChg>
      </pc:sldChg>
      <pc:sldChg chg="modSp mod modNotesTx">
        <pc:chgData name="Tanish Sahore" userId="0c9f3777898d2430" providerId="LiveId" clId="{0F9A7726-3AC2-453E-97CF-9E0142B2CCAF}" dt="2025-11-23T05:46:38.540" v="151" actId="20577"/>
        <pc:sldMkLst>
          <pc:docMk/>
          <pc:sldMk cId="0" sldId="260"/>
        </pc:sldMkLst>
        <pc:spChg chg="mod">
          <ac:chgData name="Tanish Sahore" userId="0c9f3777898d2430" providerId="LiveId" clId="{0F9A7726-3AC2-453E-97CF-9E0142B2CCAF}" dt="2025-11-23T05:46:38.540" v="151" actId="20577"/>
          <ac:spMkLst>
            <pc:docMk/>
            <pc:sldMk cId="0" sldId="260"/>
            <ac:spMk id="3" creationId="{00000000-0000-0000-0000-000000000000}"/>
          </ac:spMkLst>
        </pc:spChg>
      </pc:sldChg>
      <pc:sldChg chg="addSp delSp modSp mod">
        <pc:chgData name="Tanish Sahore" userId="0c9f3777898d2430" providerId="LiveId" clId="{0F9A7726-3AC2-453E-97CF-9E0142B2CCAF}" dt="2025-11-10T06:48:56.422" v="2" actId="22"/>
        <pc:sldMkLst>
          <pc:docMk/>
          <pc:sldMk cId="0" sldId="261"/>
        </pc:sldMkLst>
        <pc:picChg chg="add mod ord">
          <ac:chgData name="Tanish Sahore" userId="0c9f3777898d2430" providerId="LiveId" clId="{0F9A7726-3AC2-453E-97CF-9E0142B2CCAF}" dt="2025-11-10T06:48:56.422" v="2" actId="22"/>
          <ac:picMkLst>
            <pc:docMk/>
            <pc:sldMk cId="0" sldId="261"/>
            <ac:picMk id="5" creationId="{F7273A8E-9B71-CDEB-AC68-19A290F32F81}"/>
          </ac:picMkLst>
        </pc:picChg>
      </pc:sldChg>
      <pc:sldChg chg="modSp mod">
        <pc:chgData name="Tanish Sahore" userId="0c9f3777898d2430" providerId="LiveId" clId="{0F9A7726-3AC2-453E-97CF-9E0142B2CCAF}" dt="2025-11-23T04:19:57.139" v="40" actId="20577"/>
        <pc:sldMkLst>
          <pc:docMk/>
          <pc:sldMk cId="0" sldId="262"/>
        </pc:sldMkLst>
        <pc:spChg chg="mod">
          <ac:chgData name="Tanish Sahore" userId="0c9f3777898d2430" providerId="LiveId" clId="{0F9A7726-3AC2-453E-97CF-9E0142B2CCAF}" dt="2025-11-23T04:19:57.139" v="40" actId="20577"/>
          <ac:spMkLst>
            <pc:docMk/>
            <pc:sldMk cId="0" sldId="262"/>
            <ac:spMk id="3" creationId="{00000000-0000-0000-0000-000000000000}"/>
          </ac:spMkLst>
        </pc:spChg>
      </pc:sldChg>
      <pc:sldChg chg="addSp delSp modSp new mod modNotesTx">
        <pc:chgData name="Tanish Sahore" userId="0c9f3777898d2430" providerId="LiveId" clId="{0F9A7726-3AC2-453E-97CF-9E0142B2CCAF}" dt="2025-11-23T04:56:16.941" v="150" actId="20577"/>
        <pc:sldMkLst>
          <pc:docMk/>
          <pc:sldMk cId="1245451878" sldId="265"/>
        </pc:sldMkLst>
        <pc:spChg chg="mod">
          <ac:chgData name="Tanish Sahore" userId="0c9f3777898d2430" providerId="LiveId" clId="{0F9A7726-3AC2-453E-97CF-9E0142B2CCAF}" dt="2025-11-10T06:51:06.131" v="25" actId="20577"/>
          <ac:spMkLst>
            <pc:docMk/>
            <pc:sldMk cId="1245451878" sldId="265"/>
            <ac:spMk id="2" creationId="{E4B39600-C759-5746-4C53-2EB3E54ECF7B}"/>
          </ac:spMkLst>
        </pc:spChg>
        <pc:picChg chg="add mod ord">
          <ac:chgData name="Tanish Sahore" userId="0c9f3777898d2430" providerId="LiveId" clId="{0F9A7726-3AC2-453E-97CF-9E0142B2CCAF}" dt="2025-11-10T06:49:48.538" v="5" actId="22"/>
          <ac:picMkLst>
            <pc:docMk/>
            <pc:sldMk cId="1245451878" sldId="265"/>
            <ac:picMk id="5" creationId="{60C04380-A946-F9CB-7A5C-2513AE025C72}"/>
          </ac:picMkLst>
        </pc:picChg>
      </pc:sldChg>
      <pc:sldChg chg="addSp delSp modSp new del mod">
        <pc:chgData name="Tanish Sahore" userId="0c9f3777898d2430" providerId="LiveId" clId="{0F9A7726-3AC2-453E-97CF-9E0142B2CCAF}" dt="2025-11-23T04:24:24.414" v="59" actId="680"/>
        <pc:sldMkLst>
          <pc:docMk/>
          <pc:sldMk cId="3051043988" sldId="266"/>
        </pc:sldMkLst>
        <pc:spChg chg="mod">
          <ac:chgData name="Tanish Sahore" userId="0c9f3777898d2430" providerId="LiveId" clId="{0F9A7726-3AC2-453E-97CF-9E0142B2CCAF}" dt="2025-11-23T04:24:20.480" v="54" actId="14100"/>
          <ac:spMkLst>
            <pc:docMk/>
            <pc:sldMk cId="3051043988" sldId="266"/>
            <ac:spMk id="2" creationId="{346D9F26-952B-2550-4662-B9A805ED1AB7}"/>
          </ac:spMkLst>
        </pc:spChg>
        <pc:spChg chg="add del">
          <ac:chgData name="Tanish Sahore" userId="0c9f3777898d2430" providerId="LiveId" clId="{0F9A7726-3AC2-453E-97CF-9E0142B2CCAF}" dt="2025-11-23T04:24:23.710" v="58" actId="931"/>
          <ac:spMkLst>
            <pc:docMk/>
            <pc:sldMk cId="3051043988" sldId="266"/>
            <ac:spMk id="3" creationId="{39BC9BD7-C7AC-9652-4BA2-1983F7FDC4E3}"/>
          </ac:spMkLst>
        </pc:spChg>
        <pc:spChg chg="add del mod">
          <ac:chgData name="Tanish Sahore" userId="0c9f3777898d2430" providerId="LiveId" clId="{0F9A7726-3AC2-453E-97CF-9E0142B2CCAF}" dt="2025-11-23T04:24:22.641" v="57" actId="21"/>
          <ac:spMkLst>
            <pc:docMk/>
            <pc:sldMk cId="3051043988" sldId="266"/>
            <ac:spMk id="7" creationId="{791BA0A8-0327-D782-4116-BC7B65B15484}"/>
          </ac:spMkLst>
        </pc:spChg>
        <pc:spChg chg="add del mod">
          <ac:chgData name="Tanish Sahore" userId="0c9f3777898d2430" providerId="LiveId" clId="{0F9A7726-3AC2-453E-97CF-9E0142B2CCAF}" dt="2025-11-23T04:24:18.560" v="51" actId="21"/>
          <ac:spMkLst>
            <pc:docMk/>
            <pc:sldMk cId="3051043988" sldId="266"/>
            <ac:spMk id="11" creationId="{84B3DFA4-AEA2-0496-43B2-57252D2C7811}"/>
          </ac:spMkLst>
        </pc:spChg>
        <pc:picChg chg="add del mod">
          <ac:chgData name="Tanish Sahore" userId="0c9f3777898d2430" providerId="LiveId" clId="{0F9A7726-3AC2-453E-97CF-9E0142B2CCAF}" dt="2025-11-23T04:24:23.710" v="58" actId="931"/>
          <ac:picMkLst>
            <pc:docMk/>
            <pc:sldMk cId="3051043988" sldId="266"/>
            <ac:picMk id="5" creationId="{679BCC6B-ED52-2B15-F187-9C0F4CC3A0A7}"/>
          </ac:picMkLst>
        </pc:picChg>
        <pc:picChg chg="add del mod ord">
          <ac:chgData name="Tanish Sahore" userId="0c9f3777898d2430" providerId="LiveId" clId="{0F9A7726-3AC2-453E-97CF-9E0142B2CCAF}" dt="2025-11-23T04:24:21.857" v="56" actId="22"/>
          <ac:picMkLst>
            <pc:docMk/>
            <pc:sldMk cId="3051043988" sldId="266"/>
            <ac:picMk id="9" creationId="{33990316-C517-AA6E-5D8C-6B934CE318E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6A9CBC-E836-4DF0-B78B-28AAF3068631}" type="datetimeFigureOut">
              <a:rPr lang="en-US" smtClean="0"/>
              <a:t>3/7/2026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84A57E-C000-41FE-9AC2-C1757A59EFD3}" type="slidenum">
              <a:rPr lang="en-US" smtClean="0"/>
              <a:t>‹#›</a:t>
            </a:fld>
            <a:endParaRPr lang="en-US"/>
          </a:p>
        </p:txBody>
      </p:sp>
    </p:spTree>
    <p:extLst>
      <p:ext uri="{BB962C8B-B14F-4D97-AF65-F5344CB8AC3E}">
        <p14:creationId xmlns:p14="http://schemas.microsoft.com/office/powerpoint/2010/main" val="2217431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 a Cyber Smart</a:t>
            </a:r>
          </a:p>
        </p:txBody>
      </p:sp>
      <p:sp>
        <p:nvSpPr>
          <p:cNvPr id="4" name="Slide Number Placeholder 3"/>
          <p:cNvSpPr>
            <a:spLocks noGrp="1"/>
          </p:cNvSpPr>
          <p:nvPr>
            <p:ph type="sldNum" sz="quarter" idx="5"/>
          </p:nvPr>
        </p:nvSpPr>
        <p:spPr/>
        <p:txBody>
          <a:bodyPr/>
          <a:lstStyle/>
          <a:p>
            <a:fld id="{3F84A57E-C000-41FE-9AC2-C1757A59EFD3}" type="slidenum">
              <a:rPr lang="en-US" smtClean="0"/>
              <a:t>1</a:t>
            </a:fld>
            <a:endParaRPr lang="en-US"/>
          </a:p>
        </p:txBody>
      </p:sp>
    </p:spTree>
    <p:extLst>
      <p:ext uri="{BB962C8B-B14F-4D97-AF65-F5344CB8AC3E}">
        <p14:creationId xmlns:p14="http://schemas.microsoft.com/office/powerpoint/2010/main" val="287362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program raises awareness about growing cyber threats and teaches individuals how to protect their personal and financial data.</a:t>
            </a:r>
          </a:p>
        </p:txBody>
      </p:sp>
      <p:sp>
        <p:nvSpPr>
          <p:cNvPr id="4" name="Slide Number Placeholder 3"/>
          <p:cNvSpPr>
            <a:spLocks noGrp="1"/>
          </p:cNvSpPr>
          <p:nvPr>
            <p:ph type="sldNum" sz="quarter" idx="5"/>
          </p:nvPr>
        </p:nvSpPr>
        <p:spPr/>
        <p:txBody>
          <a:bodyPr/>
          <a:lstStyle/>
          <a:p>
            <a:fld id="{3F84A57E-C000-41FE-9AC2-C1757A59EFD3}" type="slidenum">
              <a:rPr lang="en-US" smtClean="0"/>
              <a:t>2</a:t>
            </a:fld>
            <a:endParaRPr lang="en-US"/>
          </a:p>
        </p:txBody>
      </p:sp>
    </p:spTree>
    <p:extLst>
      <p:ext uri="{BB962C8B-B14F-4D97-AF65-F5344CB8AC3E}">
        <p14:creationId xmlns:p14="http://schemas.microsoft.com/office/powerpoint/2010/main" val="473423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problem identified was the lack of cyber security awareness caused by weak digital literacy and careless online practices.</a:t>
            </a:r>
          </a:p>
        </p:txBody>
      </p:sp>
      <p:sp>
        <p:nvSpPr>
          <p:cNvPr id="4" name="Slide Number Placeholder 3"/>
          <p:cNvSpPr>
            <a:spLocks noGrp="1"/>
          </p:cNvSpPr>
          <p:nvPr>
            <p:ph type="sldNum" sz="quarter" idx="5"/>
          </p:nvPr>
        </p:nvSpPr>
        <p:spPr/>
        <p:txBody>
          <a:bodyPr/>
          <a:lstStyle/>
          <a:p>
            <a:fld id="{3F84A57E-C000-41FE-9AC2-C1757A59EFD3}" type="slidenum">
              <a:rPr lang="en-US" smtClean="0"/>
              <a:t>3</a:t>
            </a:fld>
            <a:endParaRPr lang="en-US"/>
          </a:p>
        </p:txBody>
      </p:sp>
    </p:spTree>
    <p:extLst>
      <p:ext uri="{BB962C8B-B14F-4D97-AF65-F5344CB8AC3E}">
        <p14:creationId xmlns:p14="http://schemas.microsoft.com/office/powerpoint/2010/main" val="21889204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objective is to educate individuals on safe online practices, secure digital behavior, and awareness of cyber security.</a:t>
            </a:r>
          </a:p>
        </p:txBody>
      </p:sp>
      <p:sp>
        <p:nvSpPr>
          <p:cNvPr id="4" name="Slide Number Placeholder 3"/>
          <p:cNvSpPr>
            <a:spLocks noGrp="1"/>
          </p:cNvSpPr>
          <p:nvPr>
            <p:ph type="sldNum" sz="quarter" idx="5"/>
          </p:nvPr>
        </p:nvSpPr>
        <p:spPr/>
        <p:txBody>
          <a:bodyPr/>
          <a:lstStyle/>
          <a:p>
            <a:fld id="{3F84A57E-C000-41FE-9AC2-C1757A59EFD3}" type="slidenum">
              <a:rPr lang="en-US" smtClean="0"/>
              <a:t>4</a:t>
            </a:fld>
            <a:endParaRPr lang="en-US"/>
          </a:p>
        </p:txBody>
      </p:sp>
    </p:spTree>
    <p:extLst>
      <p:ext uri="{BB962C8B-B14F-4D97-AF65-F5344CB8AC3E}">
        <p14:creationId xmlns:p14="http://schemas.microsoft.com/office/powerpoint/2010/main" val="29840085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objectives were achieved through structured planning, interactive training, practical demonstrations, and post-program evaluation.</a:t>
            </a:r>
          </a:p>
          <a:p>
            <a:endParaRPr lang="en-US" dirty="0"/>
          </a:p>
        </p:txBody>
      </p:sp>
      <p:sp>
        <p:nvSpPr>
          <p:cNvPr id="4" name="Slide Number Placeholder 3"/>
          <p:cNvSpPr>
            <a:spLocks noGrp="1"/>
          </p:cNvSpPr>
          <p:nvPr>
            <p:ph type="sldNum" sz="quarter" idx="5"/>
          </p:nvPr>
        </p:nvSpPr>
        <p:spPr/>
        <p:txBody>
          <a:bodyPr/>
          <a:lstStyle/>
          <a:p>
            <a:fld id="{3F84A57E-C000-41FE-9AC2-C1757A59EFD3}" type="slidenum">
              <a:rPr lang="en-US" smtClean="0"/>
              <a:t>5</a:t>
            </a:fld>
            <a:endParaRPr lang="en-US"/>
          </a:p>
        </p:txBody>
      </p:sp>
    </p:spTree>
    <p:extLst>
      <p:ext uri="{BB962C8B-B14F-4D97-AF65-F5344CB8AC3E}">
        <p14:creationId xmlns:p14="http://schemas.microsoft.com/office/powerpoint/2010/main" val="2370493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geo-tagged picture of Rupnagar Punjab</a:t>
            </a:r>
          </a:p>
          <a:p>
            <a:endParaRPr lang="en-US" dirty="0"/>
          </a:p>
        </p:txBody>
      </p:sp>
      <p:sp>
        <p:nvSpPr>
          <p:cNvPr id="4" name="Slide Number Placeholder 3"/>
          <p:cNvSpPr>
            <a:spLocks noGrp="1"/>
          </p:cNvSpPr>
          <p:nvPr>
            <p:ph type="sldNum" sz="quarter" idx="5"/>
          </p:nvPr>
        </p:nvSpPr>
        <p:spPr/>
        <p:txBody>
          <a:bodyPr/>
          <a:lstStyle/>
          <a:p>
            <a:fld id="{3F84A57E-C000-41FE-9AC2-C1757A59EFD3}" type="slidenum">
              <a:rPr lang="en-US" smtClean="0"/>
              <a:t>6</a:t>
            </a:fld>
            <a:endParaRPr lang="en-US"/>
          </a:p>
        </p:txBody>
      </p:sp>
    </p:spTree>
    <p:extLst>
      <p:ext uri="{BB962C8B-B14F-4D97-AF65-F5344CB8AC3E}">
        <p14:creationId xmlns:p14="http://schemas.microsoft.com/office/powerpoint/2010/main" val="9136887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geo-tagged picture of Rupnagar Punjab</a:t>
            </a:r>
          </a:p>
          <a:p>
            <a:endParaRPr lang="en-US" dirty="0"/>
          </a:p>
        </p:txBody>
      </p:sp>
      <p:sp>
        <p:nvSpPr>
          <p:cNvPr id="4" name="Slide Number Placeholder 3"/>
          <p:cNvSpPr>
            <a:spLocks noGrp="1"/>
          </p:cNvSpPr>
          <p:nvPr>
            <p:ph type="sldNum" sz="quarter" idx="5"/>
          </p:nvPr>
        </p:nvSpPr>
        <p:spPr/>
        <p:txBody>
          <a:bodyPr/>
          <a:lstStyle/>
          <a:p>
            <a:fld id="{3F84A57E-C000-41FE-9AC2-C1757A59EFD3}" type="slidenum">
              <a:rPr lang="en-US" smtClean="0"/>
              <a:t>7</a:t>
            </a:fld>
            <a:endParaRPr lang="en-US"/>
          </a:p>
        </p:txBody>
      </p:sp>
    </p:spTree>
    <p:extLst>
      <p:ext uri="{BB962C8B-B14F-4D97-AF65-F5344CB8AC3E}">
        <p14:creationId xmlns:p14="http://schemas.microsoft.com/office/powerpoint/2010/main" val="29611931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geo-tagged picture of Rupnagar Punjab</a:t>
            </a:r>
          </a:p>
          <a:p>
            <a:endParaRPr lang="en-US" dirty="0"/>
          </a:p>
        </p:txBody>
      </p:sp>
      <p:sp>
        <p:nvSpPr>
          <p:cNvPr id="4" name="Slide Number Placeholder 3"/>
          <p:cNvSpPr>
            <a:spLocks noGrp="1"/>
          </p:cNvSpPr>
          <p:nvPr>
            <p:ph type="sldNum" sz="quarter" idx="5"/>
          </p:nvPr>
        </p:nvSpPr>
        <p:spPr/>
        <p:txBody>
          <a:bodyPr/>
          <a:lstStyle/>
          <a:p>
            <a:fld id="{3F84A57E-C000-41FE-9AC2-C1757A59EFD3}" type="slidenum">
              <a:rPr lang="en-US" smtClean="0"/>
              <a:t>8</a:t>
            </a:fld>
            <a:endParaRPr lang="en-US"/>
          </a:p>
        </p:txBody>
      </p:sp>
    </p:spTree>
    <p:extLst>
      <p:ext uri="{BB962C8B-B14F-4D97-AF65-F5344CB8AC3E}">
        <p14:creationId xmlns:p14="http://schemas.microsoft.com/office/powerpoint/2010/main" val="28949388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geo-tagged picture of Rupnagar Punjab</a:t>
            </a:r>
          </a:p>
        </p:txBody>
      </p:sp>
      <p:sp>
        <p:nvSpPr>
          <p:cNvPr id="4" name="Slide Number Placeholder 3"/>
          <p:cNvSpPr>
            <a:spLocks noGrp="1"/>
          </p:cNvSpPr>
          <p:nvPr>
            <p:ph type="sldNum" sz="quarter" idx="5"/>
          </p:nvPr>
        </p:nvSpPr>
        <p:spPr/>
        <p:txBody>
          <a:bodyPr/>
          <a:lstStyle/>
          <a:p>
            <a:fld id="{3F84A57E-C000-41FE-9AC2-C1757A59EFD3}" type="slidenum">
              <a:rPr lang="en-US" smtClean="0"/>
              <a:t>9</a:t>
            </a:fld>
            <a:endParaRPr lang="en-US"/>
          </a:p>
        </p:txBody>
      </p:sp>
    </p:spTree>
    <p:extLst>
      <p:ext uri="{BB962C8B-B14F-4D97-AF65-F5344CB8AC3E}">
        <p14:creationId xmlns:p14="http://schemas.microsoft.com/office/powerpoint/2010/main" val="40955748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of Students</a:t>
            </a:r>
          </a:p>
        </p:txBody>
      </p:sp>
      <p:sp>
        <p:nvSpPr>
          <p:cNvPr id="4" name="Slide Number Placeholder 3"/>
          <p:cNvSpPr>
            <a:spLocks noGrp="1"/>
          </p:cNvSpPr>
          <p:nvPr>
            <p:ph type="sldNum" sz="quarter" idx="5"/>
          </p:nvPr>
        </p:nvSpPr>
        <p:spPr/>
        <p:txBody>
          <a:bodyPr/>
          <a:lstStyle/>
          <a:p>
            <a:fld id="{3F84A57E-C000-41FE-9AC2-C1757A59EFD3}" type="slidenum">
              <a:rPr lang="en-US" smtClean="0"/>
              <a:t>10</a:t>
            </a:fld>
            <a:endParaRPr lang="en-US"/>
          </a:p>
        </p:txBody>
      </p:sp>
    </p:spTree>
    <p:extLst>
      <p:ext uri="{BB962C8B-B14F-4D97-AF65-F5344CB8AC3E}">
        <p14:creationId xmlns:p14="http://schemas.microsoft.com/office/powerpoint/2010/main" val="12911156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Empowered participants, strengthened security, and sparked a ripple of awareness—our project made a lasting impact.</a:t>
            </a:r>
          </a:p>
        </p:txBody>
      </p:sp>
      <p:sp>
        <p:nvSpPr>
          <p:cNvPr id="4" name="Slide Number Placeholder 3"/>
          <p:cNvSpPr>
            <a:spLocks noGrp="1"/>
          </p:cNvSpPr>
          <p:nvPr>
            <p:ph type="sldNum" sz="quarter" idx="5"/>
          </p:nvPr>
        </p:nvSpPr>
        <p:spPr/>
        <p:txBody>
          <a:bodyPr/>
          <a:lstStyle/>
          <a:p>
            <a:fld id="{3F84A57E-C000-41FE-9AC2-C1757A59EFD3}" type="slidenum">
              <a:rPr lang="en-US" smtClean="0"/>
              <a:t>11</a:t>
            </a:fld>
            <a:endParaRPr lang="en-US"/>
          </a:p>
        </p:txBody>
      </p:sp>
    </p:spTree>
    <p:extLst>
      <p:ext uri="{BB962C8B-B14F-4D97-AF65-F5344CB8AC3E}">
        <p14:creationId xmlns:p14="http://schemas.microsoft.com/office/powerpoint/2010/main" val="7625542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Digital illiteracy and rising financial fraud demand urgent awareness and smarter cybersecurity habits.</a:t>
            </a:r>
          </a:p>
          <a:p>
            <a:endParaRPr lang="en-US" dirty="0"/>
          </a:p>
        </p:txBody>
      </p:sp>
      <p:sp>
        <p:nvSpPr>
          <p:cNvPr id="4" name="Slide Number Placeholder 3"/>
          <p:cNvSpPr>
            <a:spLocks noGrp="1"/>
          </p:cNvSpPr>
          <p:nvPr>
            <p:ph type="sldNum" sz="quarter" idx="5"/>
          </p:nvPr>
        </p:nvSpPr>
        <p:spPr/>
        <p:txBody>
          <a:bodyPr/>
          <a:lstStyle/>
          <a:p>
            <a:fld id="{3F84A57E-C000-41FE-9AC2-C1757A59EFD3}" type="slidenum">
              <a:rPr lang="en-US" smtClean="0"/>
              <a:t>12</a:t>
            </a:fld>
            <a:endParaRPr lang="en-US"/>
          </a:p>
        </p:txBody>
      </p:sp>
    </p:spTree>
    <p:extLst>
      <p:ext uri="{BB962C8B-B14F-4D97-AF65-F5344CB8AC3E}">
        <p14:creationId xmlns:p14="http://schemas.microsoft.com/office/powerpoint/2010/main" val="9453656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people learned important online safety skills and can now spread awareness in their community.</a:t>
            </a:r>
          </a:p>
        </p:txBody>
      </p:sp>
      <p:sp>
        <p:nvSpPr>
          <p:cNvPr id="4" name="Slide Number Placeholder 3"/>
          <p:cNvSpPr>
            <a:spLocks noGrp="1"/>
          </p:cNvSpPr>
          <p:nvPr>
            <p:ph type="sldNum" sz="quarter" idx="5"/>
          </p:nvPr>
        </p:nvSpPr>
        <p:spPr/>
        <p:txBody>
          <a:bodyPr/>
          <a:lstStyle/>
          <a:p>
            <a:fld id="{3F84A57E-C000-41FE-9AC2-C1757A59EFD3}" type="slidenum">
              <a:rPr lang="en-US" smtClean="0"/>
              <a:t>13</a:t>
            </a:fld>
            <a:endParaRPr lang="en-US"/>
          </a:p>
        </p:txBody>
      </p:sp>
    </p:spTree>
    <p:extLst>
      <p:ext uri="{BB962C8B-B14F-4D97-AF65-F5344CB8AC3E}">
        <p14:creationId xmlns:p14="http://schemas.microsoft.com/office/powerpoint/2010/main" val="16845616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5BCAD085-E8A6-8845-BD4E-CB4CCA059FC4}" type="datetimeFigureOut">
              <a:rPr lang="en-US" smtClean="0"/>
              <a:t>3/7/2026</a:t>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C1FF6DA9-008F-8B48-92A6-B652298478BF}" type="slidenum">
              <a:rPr lang="en-US" smtClean="0"/>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30780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16949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8403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891498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7323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2089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88837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6121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70558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08298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0574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423989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896229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82881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60250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756232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86834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3/7/2026</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8303302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Cyber Security Awareness Program</a:t>
            </a:r>
          </a:p>
        </p:txBody>
      </p:sp>
      <p:sp>
        <p:nvSpPr>
          <p:cNvPr id="3" name="Subtitle 2"/>
          <p:cNvSpPr>
            <a:spLocks noGrp="1"/>
          </p:cNvSpPr>
          <p:nvPr>
            <p:ph type="subTitle" idx="1"/>
          </p:nvPr>
        </p:nvSpPr>
        <p:spPr/>
        <p:txBody>
          <a:bodyPr>
            <a:normAutofit fontScale="62500" lnSpcReduction="20000"/>
          </a:bodyPr>
          <a:lstStyle/>
          <a:p>
            <a:r>
              <a:rPr lang="en-US" b="1" dirty="0"/>
              <a:t>Be a Cyber Smart</a:t>
            </a:r>
          </a:p>
          <a:p>
            <a:r>
              <a:rPr dirty="0"/>
              <a:t>Report and Presentation</a:t>
            </a:r>
          </a:p>
          <a:p>
            <a:r>
              <a:rPr dirty="0"/>
              <a:t>For 40 Individuals</a:t>
            </a:r>
            <a:endParaRPr lang="en-US" dirty="0"/>
          </a:p>
          <a:p>
            <a:r>
              <a:rPr lang="en-US" dirty="0"/>
              <a:t>Tanish Sahore</a:t>
            </a:r>
          </a:p>
          <a:p>
            <a:r>
              <a:rPr lang="en-US" dirty="0"/>
              <a:t>12408996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rPr dirty="0"/>
              <a:t>In today’s digital age, cyber security has become a necessity. With growing dependence on smartphones, online banking and social media, individuals face threats such as malware and identity theft. This program was conducted to educate 40 individuals on cyber risks and provide practical strategies to protect personal and financial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Identification</a:t>
            </a:r>
          </a:p>
        </p:txBody>
      </p:sp>
      <p:sp>
        <p:nvSpPr>
          <p:cNvPr id="3" name="Content Placeholder 2"/>
          <p:cNvSpPr>
            <a:spLocks noGrp="1"/>
          </p:cNvSpPr>
          <p:nvPr>
            <p:ph idx="1"/>
          </p:nvPr>
        </p:nvSpPr>
        <p:spPr/>
        <p:txBody>
          <a:bodyPr/>
          <a:lstStyle/>
          <a:p>
            <a:r>
              <a:rPr dirty="0"/>
              <a:t>The key problem identified was the lack of cyber security awareness. Most individuals used weak passwords, ignored updates or shared data carelessly. The main cause: insufficient digital literacy and negligence in online practices.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1"/>
          </p:nvPr>
        </p:nvSpPr>
        <p:spPr/>
        <p:txBody>
          <a:bodyPr/>
          <a:lstStyle/>
          <a:p>
            <a:r>
              <a:rPr dirty="0"/>
              <a:t> To spread awareness about cyber threats</a:t>
            </a:r>
          </a:p>
          <a:p>
            <a:r>
              <a:rPr dirty="0"/>
              <a:t> To encourage safe practices like strong passwords</a:t>
            </a:r>
          </a:p>
          <a:p>
            <a:r>
              <a:rPr dirty="0"/>
              <a:t> To promote responsible use of social media</a:t>
            </a:r>
          </a:p>
          <a:p>
            <a:r>
              <a:rPr dirty="0"/>
              <a:t> To ensure secure digital payments</a:t>
            </a:r>
          </a:p>
          <a:p>
            <a:r>
              <a:rPr dirty="0"/>
              <a:t> To introduce cyber laws and reporting mechanisms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Steps Taken to Achieve Objectives</a:t>
            </a:r>
          </a:p>
        </p:txBody>
      </p:sp>
      <p:sp>
        <p:nvSpPr>
          <p:cNvPr id="3" name="Content Placeholder 2"/>
          <p:cNvSpPr>
            <a:spLocks noGrp="1"/>
          </p:cNvSpPr>
          <p:nvPr>
            <p:ph idx="1"/>
          </p:nvPr>
        </p:nvSpPr>
        <p:spPr/>
        <p:txBody>
          <a:bodyPr>
            <a:normAutofit/>
          </a:bodyPr>
          <a:lstStyle/>
          <a:p>
            <a:r>
              <a:rPr dirty="0"/>
              <a:t>1. Planning &amp; Preparation –</a:t>
            </a:r>
            <a:r>
              <a:rPr lang="en-US" dirty="0"/>
              <a:t> WNS C</a:t>
            </a:r>
            <a:r>
              <a:rPr dirty="0"/>
              <a:t>ontent</a:t>
            </a:r>
            <a:r>
              <a:rPr lang="en-US" dirty="0"/>
              <a:t> </a:t>
            </a:r>
            <a:endParaRPr dirty="0"/>
          </a:p>
          <a:p>
            <a:r>
              <a:rPr dirty="0"/>
              <a:t>2. Training Sessions – Threats, passwords, safe browsing, social media safety</a:t>
            </a:r>
          </a:p>
          <a:p>
            <a:r>
              <a:rPr dirty="0"/>
              <a:t>3. Practical Demonstrations – Phishing simulation, password tests, case studies</a:t>
            </a:r>
          </a:p>
          <a:p>
            <a:r>
              <a:rPr dirty="0"/>
              <a:t>4. Evaluation – Post-program tests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Pictures</a:t>
            </a:r>
            <a:r>
              <a:rPr lang="en-US" dirty="0"/>
              <a:t> of training session</a:t>
            </a:r>
            <a:endParaRPr dirty="0"/>
          </a:p>
        </p:txBody>
      </p:sp>
      <p:pic>
        <p:nvPicPr>
          <p:cNvPr id="5" name="Content Placeholder 4">
            <a:extLst>
              <a:ext uri="{FF2B5EF4-FFF2-40B4-BE49-F238E27FC236}">
                <a16:creationId xmlns:a16="http://schemas.microsoft.com/office/drawing/2014/main" id="{F7273A8E-9B71-CDEB-AC68-19A290F32F81}"/>
              </a:ext>
            </a:extLst>
          </p:cNvPr>
          <p:cNvPicPr>
            <a:picLocks noGrp="1" noChangeAspect="1"/>
          </p:cNvPicPr>
          <p:nvPr>
            <p:ph idx="1"/>
          </p:nvPr>
        </p:nvPicPr>
        <p:blipFill>
          <a:blip r:embed="rId3"/>
          <a:stretch>
            <a:fillRect/>
          </a:stretch>
        </p:blipFill>
        <p:spPr>
          <a:xfrm>
            <a:off x="2022912" y="2727118"/>
            <a:ext cx="5106113" cy="29722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3C18A0A-D692-9CE6-082D-422AA90FB9AB}"/>
              </a:ext>
            </a:extLst>
          </p:cNvPr>
          <p:cNvPicPr>
            <a:picLocks noChangeAspect="1"/>
          </p:cNvPicPr>
          <p:nvPr/>
        </p:nvPicPr>
        <p:blipFill>
          <a:blip r:embed="rId3"/>
          <a:stretch>
            <a:fillRect/>
          </a:stretch>
        </p:blipFill>
        <p:spPr>
          <a:xfrm>
            <a:off x="1151183" y="1616218"/>
            <a:ext cx="6671471" cy="3484885"/>
          </a:xfrm>
          <a:prstGeom prst="rect">
            <a:avLst/>
          </a:prstGeom>
        </p:spPr>
      </p:pic>
    </p:spTree>
    <p:extLst>
      <p:ext uri="{BB962C8B-B14F-4D97-AF65-F5344CB8AC3E}">
        <p14:creationId xmlns:p14="http://schemas.microsoft.com/office/powerpoint/2010/main" val="2435458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6319366-F368-00CA-D5A4-1E098E929564}"/>
              </a:ext>
            </a:extLst>
          </p:cNvPr>
          <p:cNvPicPr>
            <a:picLocks noChangeAspect="1"/>
          </p:cNvPicPr>
          <p:nvPr/>
        </p:nvPicPr>
        <p:blipFill>
          <a:blip r:embed="rId3"/>
          <a:stretch>
            <a:fillRect/>
          </a:stretch>
        </p:blipFill>
        <p:spPr>
          <a:xfrm>
            <a:off x="1322280" y="1697383"/>
            <a:ext cx="6499440" cy="3617080"/>
          </a:xfrm>
          <a:prstGeom prst="rect">
            <a:avLst/>
          </a:prstGeom>
        </p:spPr>
      </p:pic>
    </p:spTree>
    <p:extLst>
      <p:ext uri="{BB962C8B-B14F-4D97-AF65-F5344CB8AC3E}">
        <p14:creationId xmlns:p14="http://schemas.microsoft.com/office/powerpoint/2010/main" val="3563805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0C04380-A946-F9CB-7A5C-2513AE025C72}"/>
              </a:ext>
            </a:extLst>
          </p:cNvPr>
          <p:cNvPicPr>
            <a:picLocks noGrp="1" noChangeAspect="1"/>
          </p:cNvPicPr>
          <p:nvPr>
            <p:ph idx="4294967295"/>
          </p:nvPr>
        </p:nvPicPr>
        <p:blipFill>
          <a:blip r:embed="rId3"/>
          <a:stretch>
            <a:fillRect/>
          </a:stretch>
        </p:blipFill>
        <p:spPr>
          <a:xfrm>
            <a:off x="1472835" y="1619616"/>
            <a:ext cx="6358298" cy="3618767"/>
          </a:xfrm>
          <a:prstGeom prst="rect">
            <a:avLst/>
          </a:prstGeom>
        </p:spPr>
      </p:pic>
    </p:spTree>
    <p:extLst>
      <p:ext uri="{BB962C8B-B14F-4D97-AF65-F5344CB8AC3E}">
        <p14:creationId xmlns:p14="http://schemas.microsoft.com/office/powerpoint/2010/main" val="1245451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3B753AF-3586-96D9-EAA8-6E6C7888212E}"/>
              </a:ext>
            </a:extLst>
          </p:cNvPr>
          <p:cNvPicPr>
            <a:picLocks noGrp="1" noChangeAspect="1"/>
          </p:cNvPicPr>
          <p:nvPr>
            <p:ph idx="4294967295"/>
          </p:nvPr>
        </p:nvPicPr>
        <p:blipFill>
          <a:blip r:embed="rId3"/>
          <a:stretch>
            <a:fillRect/>
          </a:stretch>
        </p:blipFill>
        <p:spPr>
          <a:xfrm>
            <a:off x="1828800" y="674688"/>
            <a:ext cx="5486400" cy="5508625"/>
          </a:xfrm>
          <a:prstGeom prst="rect">
            <a:avLst/>
          </a:prstGeom>
          <a:ln>
            <a:noFill/>
          </a:ln>
          <a:effectLst>
            <a:softEdge rad="112500"/>
          </a:effectLst>
        </p:spPr>
      </p:pic>
    </p:spTree>
    <p:extLst>
      <p:ext uri="{BB962C8B-B14F-4D97-AF65-F5344CB8AC3E}">
        <p14:creationId xmlns:p14="http://schemas.microsoft.com/office/powerpoint/2010/main" val="307826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Effectiveness of the Project</a:t>
            </a:r>
          </a:p>
        </p:txBody>
      </p:sp>
      <p:sp>
        <p:nvSpPr>
          <p:cNvPr id="3" name="Content Placeholder 2"/>
          <p:cNvSpPr>
            <a:spLocks noGrp="1"/>
          </p:cNvSpPr>
          <p:nvPr>
            <p:ph idx="1"/>
          </p:nvPr>
        </p:nvSpPr>
        <p:spPr/>
        <p:txBody>
          <a:bodyPr/>
          <a:lstStyle/>
          <a:p>
            <a:r>
              <a:rPr dirty="0"/>
              <a:t>The program was highly effective: awareness improved.</a:t>
            </a:r>
          </a:p>
          <a:p>
            <a:r>
              <a:rPr dirty="0"/>
              <a:t>Participants secured accounts with stronger passwords.</a:t>
            </a:r>
          </a:p>
          <a:p>
            <a:r>
              <a:rPr dirty="0"/>
              <a:t>Many pledged to spread awareness further, creating a ripple effect.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Identified Societal Problems</a:t>
            </a:r>
          </a:p>
        </p:txBody>
      </p:sp>
      <p:sp>
        <p:nvSpPr>
          <p:cNvPr id="3" name="Content Placeholder 2"/>
          <p:cNvSpPr>
            <a:spLocks noGrp="1"/>
          </p:cNvSpPr>
          <p:nvPr>
            <p:ph idx="1"/>
          </p:nvPr>
        </p:nvSpPr>
        <p:spPr/>
        <p:txBody>
          <a:bodyPr/>
          <a:lstStyle/>
          <a:p>
            <a:r>
              <a:t>1. Digital Illiteracy – Lack of basic knowledge in using digital tools safely</a:t>
            </a:r>
          </a:p>
          <a:p>
            <a:r>
              <a:t>2. Financial Fraud – Increasing cases of UPI scams, phishing, and fake websites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The program empowered 40 individuals with essential cyber safety knowledge. By promoting responsible online behavior, secure transactions, and awareness of laws, it strengthened community resilience. Participants now act as ambassadors of cyber safety.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5A5F2-CBD0-5713-76DB-ECFD55A0287F}"/>
              </a:ext>
            </a:extLst>
          </p:cNvPr>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3325EB39-D30D-F442-E997-01D33A4A32E7}"/>
              </a:ext>
            </a:extLst>
          </p:cNvPr>
          <p:cNvSpPr>
            <a:spLocks noGrp="1"/>
          </p:cNvSpPr>
          <p:nvPr>
            <p:ph type="subTitle" idx="1"/>
          </p:nvPr>
        </p:nvSpPr>
        <p:spPr/>
        <p:txBody>
          <a:bodyPr/>
          <a:lstStyle/>
          <a:p>
            <a:r>
              <a:rPr lang="en-US" sz="1600" dirty="0"/>
              <a:t>Report and Presentation</a:t>
            </a:r>
          </a:p>
          <a:p>
            <a:r>
              <a:rPr lang="en-US" sz="1600" dirty="0"/>
              <a:t>For 40 Individuals</a:t>
            </a:r>
          </a:p>
          <a:p>
            <a:endParaRPr lang="en-US" dirty="0"/>
          </a:p>
        </p:txBody>
      </p:sp>
    </p:spTree>
    <p:extLst>
      <p:ext uri="{BB962C8B-B14F-4D97-AF65-F5344CB8AC3E}">
        <p14:creationId xmlns:p14="http://schemas.microsoft.com/office/powerpoint/2010/main" val="43101739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341</TotalTime>
  <Words>492</Words>
  <Application>Microsoft Office PowerPoint</Application>
  <PresentationFormat>On-screen Show (4:3)</PresentationFormat>
  <Paragraphs>60</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Garamond</vt:lpstr>
      <vt:lpstr>Organic</vt:lpstr>
      <vt:lpstr>Cyber Security Awareness Program</vt:lpstr>
      <vt:lpstr>Introduction</vt:lpstr>
      <vt:lpstr>Problem Identification</vt:lpstr>
      <vt:lpstr>Objectives</vt:lpstr>
      <vt:lpstr>Steps Taken to Achieve Objectives</vt:lpstr>
      <vt:lpstr>Pictures of training session</vt:lpstr>
      <vt:lpstr>PowerPoint Presentation</vt:lpstr>
      <vt:lpstr>PowerPoint Presentation</vt:lpstr>
      <vt:lpstr>PowerPoint Presentation</vt:lpstr>
      <vt:lpstr>PowerPoint Presentation</vt:lpstr>
      <vt:lpstr>Effectiveness of the Project</vt:lpstr>
      <vt:lpstr>Identified Societal Problems</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LENOVO</dc:creator>
  <cp:keywords/>
  <dc:description>generated using python-pptx</dc:description>
  <cp:lastModifiedBy>Tanish Sahore</cp:lastModifiedBy>
  <cp:revision>5</cp:revision>
  <dcterms:created xsi:type="dcterms:W3CDTF">2013-01-27T09:14:16Z</dcterms:created>
  <dcterms:modified xsi:type="dcterms:W3CDTF">2026-03-07T10:33:07Z</dcterms:modified>
  <cp:category/>
</cp:coreProperties>
</file>